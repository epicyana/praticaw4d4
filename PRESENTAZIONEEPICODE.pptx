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67" r:id="rId6"/>
    <p:sldId id="268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AE43DB-54BB-4D03-95C6-0AF5DD23C1BC}" v="25" dt="2026-08-02T11:16:14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a Subotina" userId="582d08feedd9ffe4" providerId="LiveId" clId="{7C593706-327A-4D81-B230-D1A9C5766250}"/>
    <pc:docChg chg="custSel addSld delSld modSld">
      <pc:chgData name="Yana Subotina" userId="582d08feedd9ffe4" providerId="LiveId" clId="{7C593706-327A-4D81-B230-D1A9C5766250}" dt="2026-08-02T11:17:54.625" v="1543" actId="478"/>
      <pc:docMkLst>
        <pc:docMk/>
      </pc:docMkLst>
      <pc:sldChg chg="modSp mod">
        <pc:chgData name="Yana Subotina" userId="582d08feedd9ffe4" providerId="LiveId" clId="{7C593706-327A-4D81-B230-D1A9C5766250}" dt="2026-08-02T08:45:15.445" v="93" actId="20577"/>
        <pc:sldMkLst>
          <pc:docMk/>
          <pc:sldMk cId="0" sldId="257"/>
        </pc:sldMkLst>
        <pc:spChg chg="mod">
          <ac:chgData name="Yana Subotina" userId="582d08feedd9ffe4" providerId="LiveId" clId="{7C593706-327A-4D81-B230-D1A9C5766250}" dt="2026-08-02T08:43:44.820" v="70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Yana Subotina" userId="582d08feedd9ffe4" providerId="LiveId" clId="{7C593706-327A-4D81-B230-D1A9C5766250}" dt="2026-08-02T08:44:13.954" v="71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Yana Subotina" userId="582d08feedd9ffe4" providerId="LiveId" clId="{7C593706-327A-4D81-B230-D1A9C5766250}" dt="2026-08-02T08:45:15.445" v="93" actId="20577"/>
          <ac:spMkLst>
            <pc:docMk/>
            <pc:sldMk cId="0" sldId="257"/>
            <ac:spMk id="16" creationId="{00000000-0000-0000-0000-000000000000}"/>
          </ac:spMkLst>
        </pc:spChg>
      </pc:sldChg>
      <pc:sldChg chg="addSp delSp modSp mod">
        <pc:chgData name="Yana Subotina" userId="582d08feedd9ffe4" providerId="LiveId" clId="{7C593706-327A-4D81-B230-D1A9C5766250}" dt="2026-08-02T09:17:50.712" v="235" actId="1076"/>
        <pc:sldMkLst>
          <pc:docMk/>
          <pc:sldMk cId="0" sldId="258"/>
        </pc:sldMkLst>
        <pc:spChg chg="mod">
          <ac:chgData name="Yana Subotina" userId="582d08feedd9ffe4" providerId="LiveId" clId="{7C593706-327A-4D81-B230-D1A9C5766250}" dt="2026-08-02T08:54:02.423" v="115"/>
          <ac:spMkLst>
            <pc:docMk/>
            <pc:sldMk cId="0" sldId="258"/>
            <ac:spMk id="3" creationId="{00000000-0000-0000-0000-000000000000}"/>
          </ac:spMkLst>
        </pc:spChg>
        <pc:spChg chg="mod">
          <ac:chgData name="Yana Subotina" userId="582d08feedd9ffe4" providerId="LiveId" clId="{7C593706-327A-4D81-B230-D1A9C5766250}" dt="2026-08-02T08:52:56.649" v="114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Yana Subotina" userId="582d08feedd9ffe4" providerId="LiveId" clId="{7C593706-327A-4D81-B230-D1A9C5766250}" dt="2026-08-02T09:00:36.019" v="161" actId="20577"/>
          <ac:spMkLst>
            <pc:docMk/>
            <pc:sldMk cId="0" sldId="258"/>
            <ac:spMk id="7" creationId="{00000000-0000-0000-0000-000000000000}"/>
          </ac:spMkLst>
        </pc:spChg>
        <pc:spChg chg="del">
          <ac:chgData name="Yana Subotina" userId="582d08feedd9ffe4" providerId="LiveId" clId="{7C593706-327A-4D81-B230-D1A9C5766250}" dt="2026-08-02T08:56:13.287" v="124" actId="478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Yana Subotina" userId="582d08feedd9ffe4" providerId="LiveId" clId="{7C593706-327A-4D81-B230-D1A9C5766250}" dt="2026-08-02T08:56:24.148" v="126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Yana Subotina" userId="582d08feedd9ffe4" providerId="LiveId" clId="{7C593706-327A-4D81-B230-D1A9C5766250}" dt="2026-08-02T08:56:33.331" v="127" actId="47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Yana Subotina" userId="582d08feedd9ffe4" providerId="LiveId" clId="{7C593706-327A-4D81-B230-D1A9C5766250}" dt="2026-08-02T09:14:41.137" v="213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Yana Subotina" userId="582d08feedd9ffe4" providerId="LiveId" clId="{7C593706-327A-4D81-B230-D1A9C5766250}" dt="2026-08-02T09:14:48.492" v="214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Yana Subotina" userId="582d08feedd9ffe4" providerId="LiveId" clId="{7C593706-327A-4D81-B230-D1A9C5766250}" dt="2026-08-02T09:15:01.566" v="215" actId="1076"/>
          <ac:spMkLst>
            <pc:docMk/>
            <pc:sldMk cId="0" sldId="258"/>
            <ac:spMk id="15" creationId="{00000000-0000-0000-0000-000000000000}"/>
          </ac:spMkLst>
        </pc:spChg>
        <pc:spChg chg="del">
          <ac:chgData name="Yana Subotina" userId="582d08feedd9ffe4" providerId="LiveId" clId="{7C593706-327A-4D81-B230-D1A9C5766250}" dt="2026-08-02T09:00:57.033" v="164" actId="478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Yana Subotina" userId="582d08feedd9ffe4" providerId="LiveId" clId="{7C593706-327A-4D81-B230-D1A9C5766250}" dt="2026-08-02T09:01:04.817" v="166" actId="478"/>
          <ac:spMkLst>
            <pc:docMk/>
            <pc:sldMk cId="0" sldId="258"/>
            <ac:spMk id="18" creationId="{00000000-0000-0000-0000-000000000000}"/>
          </ac:spMkLst>
        </pc:spChg>
        <pc:spChg chg="mod">
          <ac:chgData name="Yana Subotina" userId="582d08feedd9ffe4" providerId="LiveId" clId="{7C593706-327A-4D81-B230-D1A9C5766250}" dt="2026-08-02T09:00:51.420" v="162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Yana Subotina" userId="582d08feedd9ffe4" providerId="LiveId" clId="{7C593706-327A-4D81-B230-D1A9C5766250}" dt="2026-08-02T09:15:17.454" v="218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Yana Subotina" userId="582d08feedd9ffe4" providerId="LiveId" clId="{7C593706-327A-4D81-B230-D1A9C5766250}" dt="2026-08-02T09:15:30.292" v="220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Yana Subotina" userId="582d08feedd9ffe4" providerId="LiveId" clId="{7C593706-327A-4D81-B230-D1A9C5766250}" dt="2026-08-02T09:15:36.341" v="221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Yana Subotina" userId="582d08feedd9ffe4" providerId="LiveId" clId="{7C593706-327A-4D81-B230-D1A9C5766250}" dt="2026-08-02T08:55:42.987" v="118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Yana Subotina" userId="582d08feedd9ffe4" providerId="LiveId" clId="{7C593706-327A-4D81-B230-D1A9C5766250}" dt="2026-08-02T08:55:48.679" v="119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Yana Subotina" userId="582d08feedd9ffe4" providerId="LiveId" clId="{7C593706-327A-4D81-B230-D1A9C5766250}" dt="2026-08-02T08:55:54.252" v="120" actId="1076"/>
          <ac:spMkLst>
            <pc:docMk/>
            <pc:sldMk cId="0" sldId="258"/>
            <ac:spMk id="26" creationId="{00000000-0000-0000-0000-000000000000}"/>
          </ac:spMkLst>
        </pc:spChg>
        <pc:spChg chg="add mod">
          <ac:chgData name="Yana Subotina" userId="582d08feedd9ffe4" providerId="LiveId" clId="{7C593706-327A-4D81-B230-D1A9C5766250}" dt="2026-08-02T09:16:43.565" v="230" actId="1076"/>
          <ac:spMkLst>
            <pc:docMk/>
            <pc:sldMk cId="0" sldId="258"/>
            <ac:spMk id="32" creationId="{2D4E18F1-3EB3-8F91-4EE3-E5B23F73B33C}"/>
          </ac:spMkLst>
        </pc:spChg>
        <pc:spChg chg="add mod">
          <ac:chgData name="Yana Subotina" userId="582d08feedd9ffe4" providerId="LiveId" clId="{7C593706-327A-4D81-B230-D1A9C5766250}" dt="2026-08-02T09:17:16.200" v="232" actId="1076"/>
          <ac:spMkLst>
            <pc:docMk/>
            <pc:sldMk cId="0" sldId="258"/>
            <ac:spMk id="34" creationId="{2FC56D83-7F16-9471-0B0C-9E49DA486281}"/>
          </ac:spMkLst>
        </pc:spChg>
        <pc:spChg chg="add mod">
          <ac:chgData name="Yana Subotina" userId="582d08feedd9ffe4" providerId="LiveId" clId="{7C593706-327A-4D81-B230-D1A9C5766250}" dt="2026-08-02T09:17:50.712" v="235" actId="1076"/>
          <ac:spMkLst>
            <pc:docMk/>
            <pc:sldMk cId="0" sldId="258"/>
            <ac:spMk id="36" creationId="{C4B3CC28-8889-8C19-32B6-6484A2C36AA2}"/>
          </ac:spMkLst>
        </pc:spChg>
        <pc:picChg chg="mod ord">
          <ac:chgData name="Yana Subotina" userId="582d08feedd9ffe4" providerId="LiveId" clId="{7C593706-327A-4D81-B230-D1A9C5766250}" dt="2026-08-02T09:16:38.850" v="229" actId="1076"/>
          <ac:picMkLst>
            <pc:docMk/>
            <pc:sldMk cId="0" sldId="258"/>
            <ac:picMk id="5" creationId="{00000000-0000-0000-0000-000000000000}"/>
          </ac:picMkLst>
        </pc:picChg>
        <pc:picChg chg="del">
          <ac:chgData name="Yana Subotina" userId="582d08feedd9ffe4" providerId="LiveId" clId="{7C593706-327A-4D81-B230-D1A9C5766250}" dt="2026-08-02T08:56:09.583" v="123" actId="478"/>
          <ac:picMkLst>
            <pc:docMk/>
            <pc:sldMk cId="0" sldId="258"/>
            <ac:picMk id="9" creationId="{00000000-0000-0000-0000-000000000000}"/>
          </ac:picMkLst>
        </pc:picChg>
        <pc:picChg chg="mod">
          <ac:chgData name="Yana Subotina" userId="582d08feedd9ffe4" providerId="LiveId" clId="{7C593706-327A-4D81-B230-D1A9C5766250}" dt="2026-08-02T09:14:37.601" v="212" actId="1076"/>
          <ac:picMkLst>
            <pc:docMk/>
            <pc:sldMk cId="0" sldId="258"/>
            <ac:picMk id="13" creationId="{00000000-0000-0000-0000-000000000000}"/>
          </ac:picMkLst>
        </pc:picChg>
        <pc:picChg chg="del">
          <ac:chgData name="Yana Subotina" userId="582d08feedd9ffe4" providerId="LiveId" clId="{7C593706-327A-4D81-B230-D1A9C5766250}" dt="2026-08-02T09:00:55.572" v="163" actId="478"/>
          <ac:picMkLst>
            <pc:docMk/>
            <pc:sldMk cId="0" sldId="258"/>
            <ac:picMk id="17" creationId="{00000000-0000-0000-0000-000000000000}"/>
          </ac:picMkLst>
        </pc:picChg>
        <pc:picChg chg="mod">
          <ac:chgData name="Yana Subotina" userId="582d08feedd9ffe4" providerId="LiveId" clId="{7C593706-327A-4D81-B230-D1A9C5766250}" dt="2026-08-02T09:15:22.356" v="219" actId="1076"/>
          <ac:picMkLst>
            <pc:docMk/>
            <pc:sldMk cId="0" sldId="258"/>
            <ac:picMk id="21" creationId="{00000000-0000-0000-0000-000000000000}"/>
          </ac:picMkLst>
        </pc:picChg>
        <pc:picChg chg="add mod">
          <ac:chgData name="Yana Subotina" userId="582d08feedd9ffe4" providerId="LiveId" clId="{7C593706-327A-4D81-B230-D1A9C5766250}" dt="2026-08-02T09:16:07.128" v="224" actId="1076"/>
          <ac:picMkLst>
            <pc:docMk/>
            <pc:sldMk cId="0" sldId="258"/>
            <ac:picMk id="30" creationId="{C667B73C-267D-98C9-F764-855765DC8648}"/>
          </ac:picMkLst>
        </pc:picChg>
      </pc:sldChg>
      <pc:sldChg chg="del">
        <pc:chgData name="Yana Subotina" userId="582d08feedd9ffe4" providerId="LiveId" clId="{7C593706-327A-4D81-B230-D1A9C5766250}" dt="2026-08-02T10:22:58.048" v="794" actId="2696"/>
        <pc:sldMkLst>
          <pc:docMk/>
          <pc:sldMk cId="0" sldId="259"/>
        </pc:sldMkLst>
      </pc:sldChg>
      <pc:sldChg chg="del">
        <pc:chgData name="Yana Subotina" userId="582d08feedd9ffe4" providerId="LiveId" clId="{7C593706-327A-4D81-B230-D1A9C5766250}" dt="2026-08-02T10:23:12.771" v="795" actId="2696"/>
        <pc:sldMkLst>
          <pc:docMk/>
          <pc:sldMk cId="0" sldId="260"/>
        </pc:sldMkLst>
      </pc:sldChg>
      <pc:sldChg chg="delSp modSp mod">
        <pc:chgData name="Yana Subotina" userId="582d08feedd9ffe4" providerId="LiveId" clId="{7C593706-327A-4D81-B230-D1A9C5766250}" dt="2026-08-02T11:17:54.625" v="1543" actId="478"/>
        <pc:sldMkLst>
          <pc:docMk/>
          <pc:sldMk cId="0" sldId="265"/>
        </pc:sldMkLst>
        <pc:spChg chg="del mod">
          <ac:chgData name="Yana Subotina" userId="582d08feedd9ffe4" providerId="LiveId" clId="{7C593706-327A-4D81-B230-D1A9C5766250}" dt="2026-08-02T11:17:54.625" v="1543" actId="478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Yana Subotina" userId="582d08feedd9ffe4" providerId="LiveId" clId="{7C593706-327A-4D81-B230-D1A9C5766250}" dt="2026-08-02T11:17:45.430" v="1540" actId="478"/>
          <ac:spMkLst>
            <pc:docMk/>
            <pc:sldMk cId="0" sldId="265"/>
            <ac:spMk id="17" creationId="{00000000-0000-0000-0000-000000000000}"/>
          </ac:spMkLst>
        </pc:spChg>
      </pc:sldChg>
      <pc:sldChg chg="addSp modSp add mod">
        <pc:chgData name="Yana Subotina" userId="582d08feedd9ffe4" providerId="LiveId" clId="{7C593706-327A-4D81-B230-D1A9C5766250}" dt="2026-08-02T10:24:34.027" v="850" actId="20577"/>
        <pc:sldMkLst>
          <pc:docMk/>
          <pc:sldMk cId="3569127481" sldId="266"/>
        </pc:sldMkLst>
        <pc:spChg chg="mod">
          <ac:chgData name="Yana Subotina" userId="582d08feedd9ffe4" providerId="LiveId" clId="{7C593706-327A-4D81-B230-D1A9C5766250}" dt="2026-08-02T10:24:34.027" v="850" actId="20577"/>
          <ac:spMkLst>
            <pc:docMk/>
            <pc:sldMk cId="3569127481" sldId="266"/>
            <ac:spMk id="2" creationId="{EC6C4397-008B-0407-862E-D8C111DF1CC0}"/>
          </ac:spMkLst>
        </pc:spChg>
        <pc:spChg chg="mod">
          <ac:chgData name="Yana Subotina" userId="582d08feedd9ffe4" providerId="LiveId" clId="{7C593706-327A-4D81-B230-D1A9C5766250}" dt="2026-08-02T09:18:04.967" v="257" actId="20577"/>
          <ac:spMkLst>
            <pc:docMk/>
            <pc:sldMk cId="3569127481" sldId="266"/>
            <ac:spMk id="6" creationId="{4CEC1EE2-B945-02E8-E35B-70A63B775493}"/>
          </ac:spMkLst>
        </pc:spChg>
        <pc:spChg chg="mod">
          <ac:chgData name="Yana Subotina" userId="582d08feedd9ffe4" providerId="LiveId" clId="{7C593706-327A-4D81-B230-D1A9C5766250}" dt="2026-08-02T09:17:57.684" v="256" actId="20577"/>
          <ac:spMkLst>
            <pc:docMk/>
            <pc:sldMk cId="3569127481" sldId="266"/>
            <ac:spMk id="7" creationId="{FA9586F8-50FD-DC95-7F80-EBE31040BA87}"/>
          </ac:spMkLst>
        </pc:spChg>
        <pc:spChg chg="add mod">
          <ac:chgData name="Yana Subotina" userId="582d08feedd9ffe4" providerId="LiveId" clId="{7C593706-327A-4D81-B230-D1A9C5766250}" dt="2026-08-02T09:23:22.601" v="288"/>
          <ac:spMkLst>
            <pc:docMk/>
            <pc:sldMk cId="3569127481" sldId="266"/>
            <ac:spMk id="9" creationId="{C944E48B-A9BB-8B88-8A93-2E2F5519D715}"/>
          </ac:spMkLst>
        </pc:spChg>
        <pc:spChg chg="add mod">
          <ac:chgData name="Yana Subotina" userId="582d08feedd9ffe4" providerId="LiveId" clId="{7C593706-327A-4D81-B230-D1A9C5766250}" dt="2026-08-02T09:21:14.669" v="278" actId="1076"/>
          <ac:spMkLst>
            <pc:docMk/>
            <pc:sldMk cId="3569127481" sldId="266"/>
            <ac:spMk id="11" creationId="{8B520B7A-00A5-04D2-C5FA-B085A3F5BF30}"/>
          </ac:spMkLst>
        </pc:spChg>
        <pc:spChg chg="mod">
          <ac:chgData name="Yana Subotina" userId="582d08feedd9ffe4" providerId="LiveId" clId="{7C593706-327A-4D81-B230-D1A9C5766250}" dt="2026-08-02T09:18:48.280" v="263" actId="1076"/>
          <ac:spMkLst>
            <pc:docMk/>
            <pc:sldMk cId="3569127481" sldId="266"/>
            <ac:spMk id="12" creationId="{07C2DE46-2D38-D083-3787-EE886602DE9A}"/>
          </ac:spMkLst>
        </pc:spChg>
        <pc:spChg chg="mod">
          <ac:chgData name="Yana Subotina" userId="582d08feedd9ffe4" providerId="LiveId" clId="{7C593706-327A-4D81-B230-D1A9C5766250}" dt="2026-08-02T09:19:42.535" v="270" actId="20577"/>
          <ac:spMkLst>
            <pc:docMk/>
            <pc:sldMk cId="3569127481" sldId="266"/>
            <ac:spMk id="14" creationId="{B4E82BBB-94FD-C20F-137F-77746AF34BB5}"/>
          </ac:spMkLst>
        </pc:spChg>
        <pc:spChg chg="mod">
          <ac:chgData name="Yana Subotina" userId="582d08feedd9ffe4" providerId="LiveId" clId="{7C593706-327A-4D81-B230-D1A9C5766250}" dt="2026-08-02T09:18:11.356" v="258" actId="20577"/>
          <ac:spMkLst>
            <pc:docMk/>
            <pc:sldMk cId="3569127481" sldId="266"/>
            <ac:spMk id="15" creationId="{ABCEFA3B-6065-6287-6128-44534DA931C5}"/>
          </ac:spMkLst>
        </pc:spChg>
        <pc:spChg chg="mod">
          <ac:chgData name="Yana Subotina" userId="582d08feedd9ffe4" providerId="LiveId" clId="{7C593706-327A-4D81-B230-D1A9C5766250}" dt="2026-08-02T10:22:32.585" v="792" actId="1076"/>
          <ac:spMkLst>
            <pc:docMk/>
            <pc:sldMk cId="3569127481" sldId="266"/>
            <ac:spMk id="19" creationId="{71A911AF-4C7B-A22A-8394-7A4BE8A5E853}"/>
          </ac:spMkLst>
        </pc:spChg>
        <pc:spChg chg="mod">
          <ac:chgData name="Yana Subotina" userId="582d08feedd9ffe4" providerId="LiveId" clId="{7C593706-327A-4D81-B230-D1A9C5766250}" dt="2026-08-02T09:18:59.289" v="264" actId="1076"/>
          <ac:spMkLst>
            <pc:docMk/>
            <pc:sldMk cId="3569127481" sldId="266"/>
            <ac:spMk id="20" creationId="{4B06B907-A0D7-0EF5-B097-F059785F431D}"/>
          </ac:spMkLst>
        </pc:spChg>
        <pc:spChg chg="mod">
          <ac:chgData name="Yana Subotina" userId="582d08feedd9ffe4" providerId="LiveId" clId="{7C593706-327A-4D81-B230-D1A9C5766250}" dt="2026-08-02T09:30:33.952" v="516" actId="20577"/>
          <ac:spMkLst>
            <pc:docMk/>
            <pc:sldMk cId="3569127481" sldId="266"/>
            <ac:spMk id="22" creationId="{605ACFA1-8BC4-9C16-0646-E0AFAFA5F193}"/>
          </ac:spMkLst>
        </pc:spChg>
        <pc:spChg chg="mod">
          <ac:chgData name="Yana Subotina" userId="582d08feedd9ffe4" providerId="LiveId" clId="{7C593706-327A-4D81-B230-D1A9C5766250}" dt="2026-08-02T09:26:48.306" v="359" actId="20577"/>
          <ac:spMkLst>
            <pc:docMk/>
            <pc:sldMk cId="3569127481" sldId="266"/>
            <ac:spMk id="23" creationId="{FAB2B4A7-A745-6B58-D32E-54B24B97B8BF}"/>
          </ac:spMkLst>
        </pc:spChg>
        <pc:spChg chg="add mod">
          <ac:chgData name="Yana Subotina" userId="582d08feedd9ffe4" providerId="LiveId" clId="{7C593706-327A-4D81-B230-D1A9C5766250}" dt="2026-08-02T10:22:15.103" v="790" actId="20577"/>
          <ac:spMkLst>
            <pc:docMk/>
            <pc:sldMk cId="3569127481" sldId="266"/>
            <ac:spMk id="29" creationId="{AF77833F-7EE6-DB29-5E57-154EE754F8E1}"/>
          </ac:spMkLst>
        </pc:spChg>
        <pc:spChg chg="add mod">
          <ac:chgData name="Yana Subotina" userId="582d08feedd9ffe4" providerId="LiveId" clId="{7C593706-327A-4D81-B230-D1A9C5766250}" dt="2026-08-02T10:22:23.024" v="791" actId="20577"/>
          <ac:spMkLst>
            <pc:docMk/>
            <pc:sldMk cId="3569127481" sldId="266"/>
            <ac:spMk id="31" creationId="{D7BD9676-DA5F-8531-2304-A3D617E27FEA}"/>
          </ac:spMkLst>
        </pc:spChg>
        <pc:picChg chg="mod">
          <ac:chgData name="Yana Subotina" userId="582d08feedd9ffe4" providerId="LiveId" clId="{7C593706-327A-4D81-B230-D1A9C5766250}" dt="2026-08-02T09:19:27.278" v="268" actId="1076"/>
          <ac:picMkLst>
            <pc:docMk/>
            <pc:sldMk cId="3569127481" sldId="266"/>
            <ac:picMk id="13" creationId="{7B0C996F-29A9-6F73-246B-B1F588A55060}"/>
          </ac:picMkLst>
        </pc:picChg>
        <pc:picChg chg="add mod">
          <ac:chgData name="Yana Subotina" userId="582d08feedd9ffe4" providerId="LiveId" clId="{7C593706-327A-4D81-B230-D1A9C5766250}" dt="2026-08-02T09:21:36.735" v="281" actId="1076"/>
          <ac:picMkLst>
            <pc:docMk/>
            <pc:sldMk cId="3569127481" sldId="266"/>
            <ac:picMk id="17" creationId="{18B18154-4302-6BAA-5EA0-6EA1B179E2C2}"/>
          </ac:picMkLst>
        </pc:picChg>
        <pc:picChg chg="mod">
          <ac:chgData name="Yana Subotina" userId="582d08feedd9ffe4" providerId="LiveId" clId="{7C593706-327A-4D81-B230-D1A9C5766250}" dt="2026-08-02T09:19:20.806" v="267" actId="1076"/>
          <ac:picMkLst>
            <pc:docMk/>
            <pc:sldMk cId="3569127481" sldId="266"/>
            <ac:picMk id="21" creationId="{031CA508-288A-F941-55A6-632060F2FDF0}"/>
          </ac:picMkLst>
        </pc:picChg>
      </pc:sldChg>
      <pc:sldChg chg="modSp add mod">
        <pc:chgData name="Yana Subotina" userId="582d08feedd9ffe4" providerId="LiveId" clId="{7C593706-327A-4D81-B230-D1A9C5766250}" dt="2026-08-02T10:43:13.542" v="1379" actId="20577"/>
        <pc:sldMkLst>
          <pc:docMk/>
          <pc:sldMk cId="314148423" sldId="267"/>
        </pc:sldMkLst>
        <pc:spChg chg="mod">
          <ac:chgData name="Yana Subotina" userId="582d08feedd9ffe4" providerId="LiveId" clId="{7C593706-327A-4D81-B230-D1A9C5766250}" dt="2026-08-02T10:34:25.743" v="1092" actId="20577"/>
          <ac:spMkLst>
            <pc:docMk/>
            <pc:sldMk cId="314148423" sldId="267"/>
            <ac:spMk id="2" creationId="{CFE9D344-0D84-520F-AAD9-14770DDE68CF}"/>
          </ac:spMkLst>
        </pc:spChg>
        <pc:spChg chg="mod">
          <ac:chgData name="Yana Subotina" userId="582d08feedd9ffe4" providerId="LiveId" clId="{7C593706-327A-4D81-B230-D1A9C5766250}" dt="2026-08-02T10:26:15.308" v="888" actId="20577"/>
          <ac:spMkLst>
            <pc:docMk/>
            <pc:sldMk cId="314148423" sldId="267"/>
            <ac:spMk id="6" creationId="{6968275B-3D00-068C-F540-B1EF38533543}"/>
          </ac:spMkLst>
        </pc:spChg>
        <pc:spChg chg="mod">
          <ac:chgData name="Yana Subotina" userId="582d08feedd9ffe4" providerId="LiveId" clId="{7C593706-327A-4D81-B230-D1A9C5766250}" dt="2026-08-02T10:33:30.139" v="1044" actId="113"/>
          <ac:spMkLst>
            <pc:docMk/>
            <pc:sldMk cId="314148423" sldId="267"/>
            <ac:spMk id="9" creationId="{2B66C9DC-72E7-87DB-03E5-03AB3702F04B}"/>
          </ac:spMkLst>
        </pc:spChg>
        <pc:spChg chg="mod">
          <ac:chgData name="Yana Subotina" userId="582d08feedd9ffe4" providerId="LiveId" clId="{7C593706-327A-4D81-B230-D1A9C5766250}" dt="2026-08-02T10:36:49.073" v="1158" actId="20577"/>
          <ac:spMkLst>
            <pc:docMk/>
            <pc:sldMk cId="314148423" sldId="267"/>
            <ac:spMk id="14" creationId="{16577381-FAF6-3404-12DF-7741DD40D915}"/>
          </ac:spMkLst>
        </pc:spChg>
        <pc:spChg chg="mod">
          <ac:chgData name="Yana Subotina" userId="582d08feedd9ffe4" providerId="LiveId" clId="{7C593706-327A-4D81-B230-D1A9C5766250}" dt="2026-08-02T10:41:57.109" v="1362" actId="20577"/>
          <ac:spMkLst>
            <pc:docMk/>
            <pc:sldMk cId="314148423" sldId="267"/>
            <ac:spMk id="19" creationId="{95F40B20-BF24-52F2-D1F1-3733DA170B84}"/>
          </ac:spMkLst>
        </pc:spChg>
        <pc:spChg chg="mod">
          <ac:chgData name="Yana Subotina" userId="582d08feedd9ffe4" providerId="LiveId" clId="{7C593706-327A-4D81-B230-D1A9C5766250}" dt="2026-08-02T10:42:28.877" v="1372" actId="20577"/>
          <ac:spMkLst>
            <pc:docMk/>
            <pc:sldMk cId="314148423" sldId="267"/>
            <ac:spMk id="22" creationId="{A497BB17-7246-BF3D-60BF-DC9C0DA889C0}"/>
          </ac:spMkLst>
        </pc:spChg>
        <pc:spChg chg="mod">
          <ac:chgData name="Yana Subotina" userId="582d08feedd9ffe4" providerId="LiveId" clId="{7C593706-327A-4D81-B230-D1A9C5766250}" dt="2026-08-02T10:38:21.506" v="1243" actId="20577"/>
          <ac:spMkLst>
            <pc:docMk/>
            <pc:sldMk cId="314148423" sldId="267"/>
            <ac:spMk id="23" creationId="{249B7A28-1152-E1B8-CC12-5C83D9F04553}"/>
          </ac:spMkLst>
        </pc:spChg>
        <pc:spChg chg="mod">
          <ac:chgData name="Yana Subotina" userId="582d08feedd9ffe4" providerId="LiveId" clId="{7C593706-327A-4D81-B230-D1A9C5766250}" dt="2026-08-02T10:43:13.542" v="1379" actId="20577"/>
          <ac:spMkLst>
            <pc:docMk/>
            <pc:sldMk cId="314148423" sldId="267"/>
            <ac:spMk id="29" creationId="{687F6CDC-FA57-1824-F892-18E712A6BA05}"/>
          </ac:spMkLst>
        </pc:spChg>
        <pc:spChg chg="mod">
          <ac:chgData name="Yana Subotina" userId="582d08feedd9ffe4" providerId="LiveId" clId="{7C593706-327A-4D81-B230-D1A9C5766250}" dt="2026-08-02T10:42:33.645" v="1374" actId="20577"/>
          <ac:spMkLst>
            <pc:docMk/>
            <pc:sldMk cId="314148423" sldId="267"/>
            <ac:spMk id="31" creationId="{B0685C52-C099-6DEE-693C-5489B7EE921B}"/>
          </ac:spMkLst>
        </pc:spChg>
      </pc:sldChg>
      <pc:sldChg chg="add del">
        <pc:chgData name="Yana Subotina" userId="582d08feedd9ffe4" providerId="LiveId" clId="{7C593706-327A-4D81-B230-D1A9C5766250}" dt="2026-08-02T10:43:45.125" v="1381" actId="47"/>
        <pc:sldMkLst>
          <pc:docMk/>
          <pc:sldMk cId="2678256202" sldId="268"/>
        </pc:sldMkLst>
      </pc:sldChg>
      <pc:sldChg chg="delSp modSp add mod">
        <pc:chgData name="Yana Subotina" userId="582d08feedd9ffe4" providerId="LiveId" clId="{7C593706-327A-4D81-B230-D1A9C5766250}" dt="2026-08-02T11:17:04.195" v="1538" actId="20577"/>
        <pc:sldMkLst>
          <pc:docMk/>
          <pc:sldMk cId="4073091238" sldId="268"/>
        </pc:sldMkLst>
        <pc:spChg chg="mod">
          <ac:chgData name="Yana Subotina" userId="582d08feedd9ffe4" providerId="LiveId" clId="{7C593706-327A-4D81-B230-D1A9C5766250}" dt="2026-08-02T10:44:39.238" v="1418" actId="20577"/>
          <ac:spMkLst>
            <pc:docMk/>
            <pc:sldMk cId="4073091238" sldId="268"/>
            <ac:spMk id="2" creationId="{F34ABDF9-948C-A4DF-E5A9-51D2D9924323}"/>
          </ac:spMkLst>
        </pc:spChg>
        <pc:spChg chg="mod">
          <ac:chgData name="Yana Subotina" userId="582d08feedd9ffe4" providerId="LiveId" clId="{7C593706-327A-4D81-B230-D1A9C5766250}" dt="2026-08-02T10:44:45.975" v="1420" actId="20577"/>
          <ac:spMkLst>
            <pc:docMk/>
            <pc:sldMk cId="4073091238" sldId="268"/>
            <ac:spMk id="6" creationId="{DF8E28F4-FD1C-90F6-EE2B-77FB36263369}"/>
          </ac:spMkLst>
        </pc:spChg>
        <pc:spChg chg="mod">
          <ac:chgData name="Yana Subotina" userId="582d08feedd9ffe4" providerId="LiveId" clId="{7C593706-327A-4D81-B230-D1A9C5766250}" dt="2026-08-02T11:12:46.770" v="1516" actId="113"/>
          <ac:spMkLst>
            <pc:docMk/>
            <pc:sldMk cId="4073091238" sldId="268"/>
            <ac:spMk id="9" creationId="{4135C884-1094-1E67-D06E-2E7E21336ECC}"/>
          </ac:spMkLst>
        </pc:spChg>
        <pc:spChg chg="del">
          <ac:chgData name="Yana Subotina" userId="582d08feedd9ffe4" providerId="LiveId" clId="{7C593706-327A-4D81-B230-D1A9C5766250}" dt="2026-08-02T10:44:52.280" v="1422" actId="478"/>
          <ac:spMkLst>
            <pc:docMk/>
            <pc:sldMk cId="4073091238" sldId="268"/>
            <ac:spMk id="11" creationId="{D32BAA03-4E28-3A9D-3E4A-EA3B3628DEA1}"/>
          </ac:spMkLst>
        </pc:spChg>
        <pc:spChg chg="mod">
          <ac:chgData name="Yana Subotina" userId="582d08feedd9ffe4" providerId="LiveId" clId="{7C593706-327A-4D81-B230-D1A9C5766250}" dt="2026-08-02T11:13:36.927" v="1517" actId="1076"/>
          <ac:spMkLst>
            <pc:docMk/>
            <pc:sldMk cId="4073091238" sldId="268"/>
            <ac:spMk id="12" creationId="{597565D4-DE52-B050-3F70-ABE9536B6FC4}"/>
          </ac:spMkLst>
        </pc:spChg>
        <pc:spChg chg="mod">
          <ac:chgData name="Yana Subotina" userId="582d08feedd9ffe4" providerId="LiveId" clId="{7C593706-327A-4D81-B230-D1A9C5766250}" dt="2026-08-02T11:13:58.295" v="1522" actId="1076"/>
          <ac:spMkLst>
            <pc:docMk/>
            <pc:sldMk cId="4073091238" sldId="268"/>
            <ac:spMk id="14" creationId="{9275135B-0EDD-9DE8-1AA5-2638191540C5}"/>
          </ac:spMkLst>
        </pc:spChg>
        <pc:spChg chg="del">
          <ac:chgData name="Yana Subotina" userId="582d08feedd9ffe4" providerId="LiveId" clId="{7C593706-327A-4D81-B230-D1A9C5766250}" dt="2026-08-02T10:45:28.866" v="1435" actId="478"/>
          <ac:spMkLst>
            <pc:docMk/>
            <pc:sldMk cId="4073091238" sldId="268"/>
            <ac:spMk id="19" creationId="{B9123F15-5BA1-2AFF-6D3B-0A271CE8E4A5}"/>
          </ac:spMkLst>
        </pc:spChg>
        <pc:spChg chg="del">
          <ac:chgData name="Yana Subotina" userId="582d08feedd9ffe4" providerId="LiveId" clId="{7C593706-327A-4D81-B230-D1A9C5766250}" dt="2026-08-02T10:45:19.063" v="1433" actId="478"/>
          <ac:spMkLst>
            <pc:docMk/>
            <pc:sldMk cId="4073091238" sldId="268"/>
            <ac:spMk id="20" creationId="{0D40F4F8-AAD7-ED01-FDF2-D9DB09D9774F}"/>
          </ac:spMkLst>
        </pc:spChg>
        <pc:spChg chg="del">
          <ac:chgData name="Yana Subotina" userId="582d08feedd9ffe4" providerId="LiveId" clId="{7C593706-327A-4D81-B230-D1A9C5766250}" dt="2026-08-02T10:45:24.887" v="1434" actId="478"/>
          <ac:spMkLst>
            <pc:docMk/>
            <pc:sldMk cId="4073091238" sldId="268"/>
            <ac:spMk id="22" creationId="{55F15D08-729B-4E56-5FF0-3475F975CEA5}"/>
          </ac:spMkLst>
        </pc:spChg>
        <pc:spChg chg="mod">
          <ac:chgData name="Yana Subotina" userId="582d08feedd9ffe4" providerId="LiveId" clId="{7C593706-327A-4D81-B230-D1A9C5766250}" dt="2026-08-02T11:17:04.195" v="1538" actId="20577"/>
          <ac:spMkLst>
            <pc:docMk/>
            <pc:sldMk cId="4073091238" sldId="268"/>
            <ac:spMk id="23" creationId="{63EA90BC-1F6A-D9EB-09BE-36F5FCF6C261}"/>
          </ac:spMkLst>
        </pc:spChg>
        <pc:spChg chg="del">
          <ac:chgData name="Yana Subotina" userId="582d08feedd9ffe4" providerId="LiveId" clId="{7C593706-327A-4D81-B230-D1A9C5766250}" dt="2026-08-02T10:45:07.823" v="1425" actId="478"/>
          <ac:spMkLst>
            <pc:docMk/>
            <pc:sldMk cId="4073091238" sldId="268"/>
            <ac:spMk id="29" creationId="{7BED3967-8B36-86F4-803F-5CDA0CF9C033}"/>
          </ac:spMkLst>
        </pc:spChg>
        <pc:spChg chg="del mod">
          <ac:chgData name="Yana Subotina" userId="582d08feedd9ffe4" providerId="LiveId" clId="{7C593706-327A-4D81-B230-D1A9C5766250}" dt="2026-08-02T10:44:59.885" v="1424" actId="478"/>
          <ac:spMkLst>
            <pc:docMk/>
            <pc:sldMk cId="4073091238" sldId="268"/>
            <ac:spMk id="31" creationId="{01F9ACF0-6B7D-2E42-7D4B-095242EFAC90}"/>
          </ac:spMkLst>
        </pc:spChg>
        <pc:picChg chg="del mod">
          <ac:chgData name="Yana Subotina" userId="582d08feedd9ffe4" providerId="LiveId" clId="{7C593706-327A-4D81-B230-D1A9C5766250}" dt="2026-08-02T11:13:53.271" v="1521" actId="478"/>
          <ac:picMkLst>
            <pc:docMk/>
            <pc:sldMk cId="4073091238" sldId="268"/>
            <ac:picMk id="13" creationId="{4554BC79-6F94-72C8-C634-9F1598120424}"/>
          </ac:picMkLst>
        </pc:picChg>
        <pc:picChg chg="del">
          <ac:chgData name="Yana Subotina" userId="582d08feedd9ffe4" providerId="LiveId" clId="{7C593706-327A-4D81-B230-D1A9C5766250}" dt="2026-08-02T10:44:50.940" v="1421" actId="478"/>
          <ac:picMkLst>
            <pc:docMk/>
            <pc:sldMk cId="4073091238" sldId="268"/>
            <ac:picMk id="17" creationId="{F6417E7D-7F66-A486-26CA-4DE8CA615982}"/>
          </ac:picMkLst>
        </pc:picChg>
        <pc:picChg chg="mod">
          <ac:chgData name="Yana Subotina" userId="582d08feedd9ffe4" providerId="LiveId" clId="{7C593706-327A-4D81-B230-D1A9C5766250}" dt="2026-08-02T11:13:49.725" v="1520" actId="1076"/>
          <ac:picMkLst>
            <pc:docMk/>
            <pc:sldMk cId="4073091238" sldId="268"/>
            <ac:picMk id="21" creationId="{12E1D8B2-981B-64FB-413C-D79C878A9143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N. città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30-50</c:v>
                </c:pt>
                <c:pt idx="1">
                  <c:v>50-70</c:v>
                </c:pt>
                <c:pt idx="2">
                  <c:v>70-90</c:v>
                </c:pt>
                <c:pt idx="3">
                  <c:v>90-110</c:v>
                </c:pt>
                <c:pt idx="4">
                  <c:v>110-130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</c:v>
                </c:pt>
                <c:pt idx="1">
                  <c:v>55</c:v>
                </c:pt>
                <c:pt idx="2">
                  <c:v>49</c:v>
                </c:pt>
                <c:pt idx="3">
                  <c:v>42</c:v>
                </c:pt>
                <c:pt idx="4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F0-4FD9-9E4A-C263EF9052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scatterChart>
        <c:scatterStyle val="line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it-IT" sz="1000" b="0" i="0" u="none" strike="noStrike">
                    <a:solidFill>
                      <a:srgbClr val="000000"/>
                    </a:solidFill>
                    <a:latin typeface="Arial"/>
                  </a:rPr>
                  <a:t>N. strutture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it-IT" sz="1000" b="0" i="0" u="none" strike="noStrike">
                    <a:solidFill>
                      <a:srgbClr val="000000"/>
                    </a:solidFill>
                    <a:latin typeface="Arial"/>
                  </a:rPr>
                  <a:t>Prezzo medio (€)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215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7C6C7-AA30-D0BC-9622-F4EBA7C3A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388C4-EB15-5AF5-410D-0616B363A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970E9-D34B-70A4-D516-F5DA70569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E3B5B-1185-8810-C20E-C19A7C094A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88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4C05D-0BBF-6818-E855-D5FBC33B0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CDFBA-CB2D-EB7F-6827-6B2275C26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5E22C6-7E24-B555-C97E-FD0340E37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94715-E8B4-9F08-805E-AA92C64A14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12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8DE95-D807-22B8-F888-4DE63F260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B5318-ED12-1D38-FD06-8AE9CB752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612C6-7E50-EA48-5CFE-83AE46514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2DAD1-AA16-B269-03FF-18C5102C86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235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 MARCHE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Patrimonio Ricettivo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dato grezzo al modello dati pulito: integrazione in Power Query e analisi statistica dei prezzi medi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6.250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5193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strutture ricettive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11880" y="4572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11880" y="5193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 coperte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0" y="4572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0" y="5193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 Marche — Patrimonio Ricettivo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punto di partenza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/>
              <a:t>Osservazione</a:t>
            </a:r>
            <a:r>
              <a:rPr lang="en-US" sz="1400" dirty="0"/>
              <a:t> degli </a:t>
            </a:r>
            <a:r>
              <a:rPr lang="en-US" sz="1400" dirty="0" err="1"/>
              <a:t>errori</a:t>
            </a:r>
            <a:r>
              <a:rPr lang="en-US" sz="1400" dirty="0"/>
              <a:t> </a:t>
            </a:r>
            <a:r>
              <a:rPr lang="en-US" sz="1400" dirty="0" err="1"/>
              <a:t>trovati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blurRad="101600" dist="38100" dir="5400000" algn="bl" rotWithShape="0">
              <a:srgbClr val="8797A3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/home/claude/deck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21" y="21590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Elenco Strutture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404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6.258 righe grezze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60120" y="2999232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170432" y="287121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 doppi e superflui in indirizzi e denominazioni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3639312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170432" y="351129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righe duplicate (stessa struttura inserita più volte)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60120" y="4279392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1170432" y="415137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multiple nella </a:t>
            </a:r>
            <a:r>
              <a:rPr lang="en-US" sz="12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cella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60120" y="4919472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1170432" y="479145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 web ed email finiti per errore nella colonna sbagliata (es. un sito dentro "</a:t>
            </a:r>
            <a:r>
              <a:rPr lang="en-US" sz="12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Località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e </a:t>
            </a:r>
            <a:r>
              <a:rPr lang="en-US" sz="12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email)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5559552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1170432" y="543153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Migliaia di celle vuote (indirizzo, sito, email non censiti)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309360" y="169164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blurRad="101600" dist="38100" dir="5400000" algn="bl" rotWithShape="0">
              <a:srgbClr val="8797A3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7"/>
          <p:cNvSpPr/>
          <p:nvPr/>
        </p:nvSpPr>
        <p:spPr>
          <a:xfrm>
            <a:off x="6629400" y="201168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1" name="Image 1" descr="/home/claude/deck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801" y="2159081"/>
            <a:ext cx="272125" cy="27212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6092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Prezzi Medi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7360920" y="2404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 righe grezze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629400" y="299923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1"/>
          <p:cNvSpPr/>
          <p:nvPr/>
        </p:nvSpPr>
        <p:spPr>
          <a:xfrm>
            <a:off x="6839712" y="287121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Intestazione vera nascosta in riga 5 (righe 1-4 sono scarti)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629400" y="36393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3"/>
          <p:cNvSpPr/>
          <p:nvPr/>
        </p:nvSpPr>
        <p:spPr>
          <a:xfrm>
            <a:off x="6839712" y="351129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Colonna centrale completamente vuota da eliminare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629400" y="427939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5"/>
          <p:cNvSpPr/>
          <p:nvPr/>
        </p:nvSpPr>
        <p:spPr>
          <a:xfrm>
            <a:off x="6839712" y="415137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vuote intramezzate come separatori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629400" y="491947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7"/>
          <p:cNvSpPr/>
          <p:nvPr/>
        </p:nvSpPr>
        <p:spPr>
          <a:xfrm>
            <a:off x="6839712" y="479145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problema di città (già maiuscolo e coerente)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309360" y="54864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incrociata: le città dei due file coincidono al 100% (234 su 234) — base solida per un merge senza perdite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 Marche — Patrimonio Ricettivo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Pulizia con Power Query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caricati entrambi i file in Power Query, individuate le colonne e i problemi di qualità nei dati grezzi (spazi, duplicati, righe di scarto, dati fuori posto)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1371600" y="1664208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Es.1 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1993392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it-IT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Pulizia foglio "prezzi": rimosse le 4 righe di intestazione grezza iniziali, promossa la vera intestazione, eliminata la colonna vuota, tolte le righe vuote residue, tipizzate CITTA' come testo e PREZZO MEDIO come numero. Risultato: da 238 a 234 righe pulite. Pulizia foglio "Strutture": trim degli spazi superflui, rimozione degli 8 duplicati (stessa </a:t>
            </a:r>
            <a:r>
              <a:rPr lang="it-IT" sz="120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Denominazione+Indirizzo+Città</a:t>
            </a:r>
            <a:r>
              <a:rPr lang="it-IT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correzione dei dati "fuori posto" (siti web ed email finiti per errore nelle colonne Località e Indirizzo internet, spostati con colonne personalizzate usando </a:t>
            </a:r>
            <a:r>
              <a:rPr lang="it-IT" sz="120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it-IT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US" sz="120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celle</a:t>
            </a: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0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indirizzi</a:t>
            </a: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</a:t>
            </a: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; o , </a:t>
            </a:r>
            <a:r>
              <a:rPr lang="en-US" sz="120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divise</a:t>
            </a: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tenuta</a:t>
            </a: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prima email, flag "</a:t>
            </a:r>
            <a:r>
              <a:rPr lang="en-US" sz="120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Email_multiple</a:t>
            </a: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per le </a:t>
            </a:r>
            <a:r>
              <a:rPr lang="en-US" sz="120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altre</a:t>
            </a:r>
            <a:endParaRPr lang="en-US" sz="1200" dirty="0"/>
          </a:p>
          <a:p>
            <a:r>
              <a:rPr lang="it-IT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validazione dei siti web. Risultato: da 6.258 a 6.250 righe pulite.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055925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2" descr="/home/claude/deck/icon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3186684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108960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</a:rPr>
              <a:t>Es.2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33832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it-IT" sz="1200" dirty="0"/>
              <a:t>Merge — unite le due tabelle con un Left Outer Join sulla città ( tiene tutte le strutture anche se una città restasse senza prezzo, a differenza di un Inner Join che le farebbe sparire in silenzio). Risultato: 234/234 città, zero valori nulli.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371600" y="468172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7853" y="407822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1" name="Image 4" descr="/home/claude/deck/icon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4253789"/>
            <a:ext cx="241402" cy="24140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9373" y="3849624"/>
            <a:ext cx="97415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Es.3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371600" y="446227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it-IT" sz="1200" dirty="0"/>
              <a:t>Raggruppamenti (Group By) — create due query di riepilogo (</a:t>
            </a:r>
            <a:r>
              <a:rPr lang="it-IT" sz="1200" dirty="0" err="1"/>
              <a:t>Conteggio_per_Città</a:t>
            </a:r>
            <a:r>
              <a:rPr lang="it-IT" sz="1200" dirty="0"/>
              <a:t> e </a:t>
            </a:r>
            <a:r>
              <a:rPr lang="it-IT" sz="1200" dirty="0" err="1"/>
              <a:t>Conteggio_per_Categoria</a:t>
            </a:r>
            <a:r>
              <a:rPr lang="it-IT" sz="1200" dirty="0"/>
              <a:t>) tramite Riferimento + Raggruppa per, caricate come "solo connessione" nel Modello dati di Excel.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9070848" y="9144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0F305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18"/>
          <p:cNvSpPr/>
          <p:nvPr/>
        </p:nvSpPr>
        <p:spPr>
          <a:xfrm>
            <a:off x="9070848" y="731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6.258 → 6.250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9171432" y="4023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pulite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 Marche — Patrimonio Ricettivo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30" name="Image 0" descr="/home/claude/deck/icon_filter.png">
            <a:extLst>
              <a:ext uri="{FF2B5EF4-FFF2-40B4-BE49-F238E27FC236}">
                <a16:creationId xmlns:a16="http://schemas.microsoft.com/office/drawing/2014/main" id="{C667B73C-267D-98C9-F764-855765DC8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1854098"/>
            <a:ext cx="241402" cy="241402"/>
          </a:xfrm>
          <a:prstGeom prst="rect">
            <a:avLst/>
          </a:prstGeom>
        </p:spPr>
      </p:pic>
      <p:sp>
        <p:nvSpPr>
          <p:cNvPr id="32" name="Shape 8">
            <a:extLst>
              <a:ext uri="{FF2B5EF4-FFF2-40B4-BE49-F238E27FC236}">
                <a16:creationId xmlns:a16="http://schemas.microsoft.com/office/drawing/2014/main" id="{2D4E18F1-3EB3-8F91-4EE3-E5B23F73B33C}"/>
              </a:ext>
            </a:extLst>
          </p:cNvPr>
          <p:cNvSpPr/>
          <p:nvPr/>
        </p:nvSpPr>
        <p:spPr>
          <a:xfrm>
            <a:off x="647853" y="526145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deck/icon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5442509"/>
            <a:ext cx="241402" cy="241402"/>
          </a:xfrm>
          <a:prstGeom prst="rect">
            <a:avLst/>
          </a:prstGeom>
        </p:spPr>
      </p:pic>
      <p:sp>
        <p:nvSpPr>
          <p:cNvPr id="34" name="Text 3">
            <a:extLst>
              <a:ext uri="{FF2B5EF4-FFF2-40B4-BE49-F238E27FC236}">
                <a16:creationId xmlns:a16="http://schemas.microsoft.com/office/drawing/2014/main" id="{2FC56D83-7F16-9471-0B0C-9E49DA486281}"/>
              </a:ext>
            </a:extLst>
          </p:cNvPr>
          <p:cNvSpPr/>
          <p:nvPr/>
        </p:nvSpPr>
        <p:spPr>
          <a:xfrm>
            <a:off x="1403833" y="5172456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Es.4 </a:t>
            </a:r>
            <a:endParaRPr lang="en-US" sz="15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C4B3CC28-8889-8C19-32B6-6484A2C36AA2}"/>
              </a:ext>
            </a:extLst>
          </p:cNvPr>
          <p:cNvSpPr/>
          <p:nvPr/>
        </p:nvSpPr>
        <p:spPr>
          <a:xfrm>
            <a:off x="1403833" y="5564124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it-IT" sz="1200" dirty="0"/>
              <a:t>foglio RICERCA: menu a tendina in C3 (Convalida dati) sul nome struttura, formule  INDICE/CONFRONTA per recuperare Città, Indirizzo, Email, Sito web, con gestione del caso "struttura non trovata" con SE.ERRORE.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30A9F9-5E3B-E63D-1885-8FE273DA9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6C4397-008B-0407-862E-D8C111DF1CC0}"/>
              </a:ext>
            </a:extLst>
          </p:cNvPr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2733"/>
                </a:solidFill>
                <a:latin typeface="Cambria" pitchFamily="34" charset="0"/>
                <a:ea typeface="Cambria" pitchFamily="34" charset="-122"/>
              </a:rPr>
              <a:t>Ricerca</a:t>
            </a: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3000" b="1" dirty="0" err="1">
                <a:solidFill>
                  <a:srgbClr val="1A2733"/>
                </a:solidFill>
                <a:latin typeface="Cambria" pitchFamily="34" charset="0"/>
                <a:ea typeface="Cambria" pitchFamily="34" charset="-122"/>
              </a:rPr>
              <a:t>logica</a:t>
            </a: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</a:rPr>
              <a:t> e array </a:t>
            </a:r>
            <a:r>
              <a:rPr lang="en-US" sz="3000" b="1" dirty="0" err="1">
                <a:solidFill>
                  <a:srgbClr val="1A2733"/>
                </a:solidFill>
                <a:latin typeface="Cambria" pitchFamily="34" charset="0"/>
                <a:ea typeface="Cambria" pitchFamily="34" charset="-122"/>
              </a:rPr>
              <a:t>dinamici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022200-9708-2EFA-C2E4-ACEF09AAA4A1}"/>
              </a:ext>
            </a:extLst>
          </p:cNvPr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caricati entrambi i file in Power Query, individuate le colonne e i problemi di qualità nei dati grezzi (spazi, duplicati, righe di scarto, dati fuori posto)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2582D51-D02A-4664-5F01-AB466525DEB7}"/>
              </a:ext>
            </a:extLst>
          </p:cNvPr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deck/icon_filter.png">
            <a:extLst>
              <a:ext uri="{FF2B5EF4-FFF2-40B4-BE49-F238E27FC236}">
                <a16:creationId xmlns:a16="http://schemas.microsoft.com/office/drawing/2014/main" id="{60094A47-A8AD-3021-518D-4D35F096E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1822399"/>
            <a:ext cx="241402" cy="24140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4CEC1EE2-B945-02E8-E35B-70A63B775493}"/>
              </a:ext>
            </a:extLst>
          </p:cNvPr>
          <p:cNvSpPr/>
          <p:nvPr/>
        </p:nvSpPr>
        <p:spPr>
          <a:xfrm>
            <a:off x="1371600" y="1664208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Es.5 </a:t>
            </a:r>
            <a:endParaRPr lang="en-US" sz="1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A9586F8-50FD-DC95-7F80-EBE31040BA87}"/>
              </a:ext>
            </a:extLst>
          </p:cNvPr>
          <p:cNvSpPr/>
          <p:nvPr/>
        </p:nvSpPr>
        <p:spPr>
          <a:xfrm>
            <a:off x="1371600" y="1993392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2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07C2DE46-2D38-D083-3787-EE886602DE9A}"/>
              </a:ext>
            </a:extLst>
          </p:cNvPr>
          <p:cNvSpPr/>
          <p:nvPr/>
        </p:nvSpPr>
        <p:spPr>
          <a:xfrm>
            <a:off x="620421" y="2841041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2" descr="/home/claude/deck/icon_filter.png">
            <a:extLst>
              <a:ext uri="{FF2B5EF4-FFF2-40B4-BE49-F238E27FC236}">
                <a16:creationId xmlns:a16="http://schemas.microsoft.com/office/drawing/2014/main" id="{7B0C996F-29A9-6F73-246B-B1F588A55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2991002"/>
            <a:ext cx="241402" cy="241402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B4E82BBB-94FD-C20F-137F-77746AF34BB5}"/>
              </a:ext>
            </a:extLst>
          </p:cNvPr>
          <p:cNvSpPr/>
          <p:nvPr/>
        </p:nvSpPr>
        <p:spPr>
          <a:xfrm>
            <a:off x="1322679" y="2697480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</a:rPr>
              <a:t>Es.6</a:t>
            </a:r>
            <a:endParaRPr lang="en-US" sz="15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ABCEFA3B-6065-6287-6128-44534DA931C5}"/>
              </a:ext>
            </a:extLst>
          </p:cNvPr>
          <p:cNvSpPr/>
          <p:nvPr/>
        </p:nvSpPr>
        <p:spPr>
          <a:xfrm>
            <a:off x="1371600" y="378561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71A911AF-4C7B-A22A-8394-7A4BE8A5E853}"/>
              </a:ext>
            </a:extLst>
          </p:cNvPr>
          <p:cNvSpPr/>
          <p:nvPr/>
        </p:nvSpPr>
        <p:spPr>
          <a:xfrm>
            <a:off x="1322680" y="4233672"/>
            <a:ext cx="9966960" cy="764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it-IT" sz="1200" dirty="0"/>
              <a:t>Foglio analisi prezzi: media, mediana, moda (bimodale: 75€ e 78€), varianza, deviazione standard, IQR sui prezzi medi delle 234 città. Commento: media e mediana coincidono → distribuzione simmetrica. tabella di frequenza per classi da 20€. Classe modale: 30-50€ (56 città). Limiti di Tukey (1,5×IQR): nessuna città anomala trovata, coerente con la distribuzione quasi uniforme già osservata.</a:t>
            </a:r>
            <a:endParaRPr lang="en-US" sz="12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4B06B907-A0D7-0EF5-B097-F059785F431D}"/>
              </a:ext>
            </a:extLst>
          </p:cNvPr>
          <p:cNvSpPr/>
          <p:nvPr/>
        </p:nvSpPr>
        <p:spPr>
          <a:xfrm>
            <a:off x="640538" y="398587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 dirty="0"/>
          </a:p>
        </p:txBody>
      </p:sp>
      <p:pic>
        <p:nvPicPr>
          <p:cNvPr id="21" name="Image 4" descr="/home/claude/deck/icon_filter.png">
            <a:extLst>
              <a:ext uri="{FF2B5EF4-FFF2-40B4-BE49-F238E27FC236}">
                <a16:creationId xmlns:a16="http://schemas.microsoft.com/office/drawing/2014/main" id="{031CA508-288A-F941-55A6-632060F2F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4112971"/>
            <a:ext cx="241402" cy="241402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605ACFA1-8BC4-9C16-0646-E0AFAFA5F193}"/>
              </a:ext>
            </a:extLst>
          </p:cNvPr>
          <p:cNvSpPr/>
          <p:nvPr/>
        </p:nvSpPr>
        <p:spPr>
          <a:xfrm>
            <a:off x="1371600" y="3741724"/>
            <a:ext cx="974156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Es.7 / 8 / 9</a:t>
            </a:r>
            <a:endParaRPr lang="en-US" sz="15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FAB2B4A7-A745-6B58-D32E-54B24B97B8BF}"/>
              </a:ext>
            </a:extLst>
          </p:cNvPr>
          <p:cNvSpPr/>
          <p:nvPr/>
        </p:nvSpPr>
        <p:spPr>
          <a:xfrm>
            <a:off x="1322680" y="306324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it-IT" sz="1200" dirty="0"/>
              <a:t>classifica delle 15 categorie ordinata dal più alto (tabella pivot sul Modello dati) + estrazione delle strutture di Bolognola in una vera Tabella strutturata (</a:t>
            </a:r>
            <a:r>
              <a:rPr lang="it-IT" sz="1200" dirty="0" err="1"/>
              <a:t>Ctrl+T</a:t>
            </a:r>
            <a:r>
              <a:rPr lang="it-IT" sz="1200" dirty="0"/>
              <a:t>), ordinate per categoria. Foglio sintesi categoria ed estrazione città.</a:t>
            </a:r>
            <a:endParaRPr lang="en-US" sz="1200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5A22DA19-C157-53B4-79C1-333C836A62F8}"/>
              </a:ext>
            </a:extLst>
          </p:cNvPr>
          <p:cNvSpPr/>
          <p:nvPr/>
        </p:nvSpPr>
        <p:spPr>
          <a:xfrm>
            <a:off x="9070848" y="9144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0F305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E156AEAF-3C78-4096-DB98-72E5DB09C140}"/>
              </a:ext>
            </a:extLst>
          </p:cNvPr>
          <p:cNvSpPr/>
          <p:nvPr/>
        </p:nvSpPr>
        <p:spPr>
          <a:xfrm>
            <a:off x="9070848" y="731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6.258 → 6.250</a:t>
            </a:r>
            <a:endParaRPr lang="en-US" sz="1600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50CF7A94-2238-BB6D-3B15-99DFEC16AF79}"/>
              </a:ext>
            </a:extLst>
          </p:cNvPr>
          <p:cNvSpPr/>
          <p:nvPr/>
        </p:nvSpPr>
        <p:spPr>
          <a:xfrm>
            <a:off x="9171432" y="4023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pulite</a:t>
            </a:r>
            <a:endParaRPr lang="en-US" sz="105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01C4D819-F75A-BB18-61D9-E6F7C31234B4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 Marche — Patrimonio Ricettivo</a:t>
            </a:r>
            <a:endParaRPr lang="en-US" sz="9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0E8E8CFA-1DB1-7EDA-2CAC-A5CBF0B41202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944E48B-A9BB-8B88-8A93-2E2F5519D715}"/>
              </a:ext>
            </a:extLst>
          </p:cNvPr>
          <p:cNvSpPr txBox="1"/>
          <p:nvPr/>
        </p:nvSpPr>
        <p:spPr>
          <a:xfrm>
            <a:off x="1322679" y="2063418"/>
            <a:ext cx="100984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celle grigie: numero totale strutture (CONTA.VALORI) e numero di strutture nella città della struttura cercata (CONTA.SE dinamico)</a:t>
            </a:r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8B520B7A-00A5-04D2-C5FA-B085A3F5BF30}"/>
              </a:ext>
            </a:extLst>
          </p:cNvPr>
          <p:cNvSpPr/>
          <p:nvPr/>
        </p:nvSpPr>
        <p:spPr>
          <a:xfrm>
            <a:off x="640538" y="50337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 dirty="0"/>
          </a:p>
        </p:txBody>
      </p:sp>
      <p:pic>
        <p:nvPicPr>
          <p:cNvPr id="17" name="Image 4" descr="/home/claude/deck/icon_filter.png">
            <a:extLst>
              <a:ext uri="{FF2B5EF4-FFF2-40B4-BE49-F238E27FC236}">
                <a16:creationId xmlns:a16="http://schemas.microsoft.com/office/drawing/2014/main" id="{18B18154-4302-6BAA-5EA0-6EA1B179E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29" y="5179162"/>
            <a:ext cx="220219" cy="220219"/>
          </a:xfrm>
          <a:prstGeom prst="rect">
            <a:avLst/>
          </a:prstGeom>
        </p:spPr>
      </p:pic>
      <p:sp>
        <p:nvSpPr>
          <p:cNvPr id="29" name="Text 13">
            <a:extLst>
              <a:ext uri="{FF2B5EF4-FFF2-40B4-BE49-F238E27FC236}">
                <a16:creationId xmlns:a16="http://schemas.microsoft.com/office/drawing/2014/main" id="{AF77833F-7EE6-DB29-5E57-154EE754F8E1}"/>
              </a:ext>
            </a:extLst>
          </p:cNvPr>
          <p:cNvSpPr/>
          <p:nvPr/>
        </p:nvSpPr>
        <p:spPr>
          <a:xfrm>
            <a:off x="1307592" y="5357937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 err="1"/>
              <a:t>Calcolo</a:t>
            </a:r>
            <a:r>
              <a:rPr lang="en-US" sz="1200" dirty="0"/>
              <a:t> la </a:t>
            </a:r>
            <a:r>
              <a:rPr lang="en-US" sz="1200" dirty="0" err="1"/>
              <a:t>probabilita</a:t>
            </a:r>
            <a:r>
              <a:rPr lang="en-US" sz="1200" dirty="0"/>
              <a:t> </a:t>
            </a:r>
            <a:r>
              <a:rPr lang="en-US" sz="1200" dirty="0" err="1"/>
              <a:t>che</a:t>
            </a:r>
            <a:r>
              <a:rPr lang="en-US" sz="1200" dirty="0"/>
              <a:t> esca Albergo o B&amp;B </a:t>
            </a:r>
            <a:r>
              <a:rPr lang="en-US" sz="1200" dirty="0" err="1"/>
              <a:t>scegliendo</a:t>
            </a:r>
            <a:r>
              <a:rPr lang="en-US" sz="1200" dirty="0"/>
              <a:t> </a:t>
            </a:r>
            <a:r>
              <a:rPr lang="en-US" sz="1200" dirty="0" err="1"/>
              <a:t>una</a:t>
            </a:r>
            <a:r>
              <a:rPr lang="en-US" sz="1200" dirty="0"/>
              <a:t> </a:t>
            </a:r>
            <a:r>
              <a:rPr lang="en-US" sz="1200" dirty="0" err="1"/>
              <a:t>struttura</a:t>
            </a:r>
            <a:r>
              <a:rPr lang="en-US" sz="1200" dirty="0"/>
              <a:t> a </a:t>
            </a:r>
            <a:r>
              <a:rPr lang="en-US" sz="1200" dirty="0" err="1"/>
              <a:t>caso</a:t>
            </a:r>
            <a:r>
              <a:rPr lang="en-US" sz="1200" dirty="0"/>
              <a:t>, </a:t>
            </a:r>
            <a:r>
              <a:rPr lang="en-US" sz="1200" dirty="0" err="1"/>
              <a:t>estraendo</a:t>
            </a:r>
            <a:r>
              <a:rPr lang="en-US" sz="1200" dirty="0"/>
              <a:t> due </a:t>
            </a:r>
            <a:r>
              <a:rPr lang="en-US" sz="1200" dirty="0" err="1"/>
              <a:t>indipendenti</a:t>
            </a:r>
            <a:r>
              <a:rPr lang="en-US" sz="1200" dirty="0"/>
              <a:t>, la </a:t>
            </a:r>
            <a:r>
              <a:rPr lang="en-US" sz="1200" dirty="0" err="1"/>
              <a:t>probabilita</a:t>
            </a:r>
            <a:r>
              <a:rPr lang="en-US" sz="1200" dirty="0"/>
              <a:t> </a:t>
            </a:r>
            <a:r>
              <a:rPr lang="en-US" sz="1200" dirty="0" err="1"/>
              <a:t>che</a:t>
            </a:r>
            <a:r>
              <a:rPr lang="en-US" sz="1200" dirty="0"/>
              <a:t> esca albergo è del 2%.</a:t>
            </a: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D7BD9676-DA5F-8531-2304-A3D617E27FEA}"/>
              </a:ext>
            </a:extLst>
          </p:cNvPr>
          <p:cNvSpPr/>
          <p:nvPr/>
        </p:nvSpPr>
        <p:spPr>
          <a:xfrm>
            <a:off x="1371600" y="4806227"/>
            <a:ext cx="974156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Es. 10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69127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3B73A-D253-1A15-084A-A30A397D7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E9D344-0D84-520F-AAD9-14770DDE68CF}"/>
              </a:ext>
            </a:extLst>
          </p:cNvPr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2733"/>
                </a:solidFill>
                <a:latin typeface="Cambria" pitchFamily="34" charset="0"/>
                <a:ea typeface="Cambria" pitchFamily="34" charset="-122"/>
              </a:rPr>
              <a:t>Probabilita</a:t>
            </a: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</a:rPr>
              <a:t> e </a:t>
            </a:r>
            <a:r>
              <a:rPr lang="en-US" sz="3000" b="1" dirty="0" err="1">
                <a:solidFill>
                  <a:srgbClr val="1A2733"/>
                </a:solidFill>
                <a:latin typeface="Cambria" pitchFamily="34" charset="0"/>
                <a:ea typeface="Cambria" pitchFamily="34" charset="-122"/>
              </a:rPr>
              <a:t>distribuzione</a:t>
            </a: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3000" b="1" dirty="0" err="1">
                <a:solidFill>
                  <a:srgbClr val="1A2733"/>
                </a:solidFill>
                <a:latin typeface="Cambria" pitchFamily="34" charset="0"/>
                <a:ea typeface="Cambria" pitchFamily="34" charset="-122"/>
              </a:rPr>
              <a:t>normale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97B837-ACAB-C395-82A2-F1F93548B256}"/>
              </a:ext>
            </a:extLst>
          </p:cNvPr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caricati entrambi i file in Power Query, individuate le colonne e i problemi di qualità nei dati grezzi (spazi, duplicati, righe di scarto, dati fuori posto)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D857B4-EA8E-C82A-300E-C81206EEF948}"/>
              </a:ext>
            </a:extLst>
          </p:cNvPr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deck/icon_filter.png">
            <a:extLst>
              <a:ext uri="{FF2B5EF4-FFF2-40B4-BE49-F238E27FC236}">
                <a16:creationId xmlns:a16="http://schemas.microsoft.com/office/drawing/2014/main" id="{D046D4DE-2573-18B5-CAFE-7FD3C4205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1822399"/>
            <a:ext cx="241402" cy="24140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6968275B-3D00-068C-F540-B1EF38533543}"/>
              </a:ext>
            </a:extLst>
          </p:cNvPr>
          <p:cNvSpPr/>
          <p:nvPr/>
        </p:nvSpPr>
        <p:spPr>
          <a:xfrm>
            <a:off x="1371600" y="1664208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Es.11 </a:t>
            </a:r>
            <a:endParaRPr lang="en-US" sz="1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C327FCF-B7BF-07FB-F8D2-FFF415FE5B9F}"/>
              </a:ext>
            </a:extLst>
          </p:cNvPr>
          <p:cNvSpPr/>
          <p:nvPr/>
        </p:nvSpPr>
        <p:spPr>
          <a:xfrm>
            <a:off x="1371600" y="1993392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2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E209EAEA-5D24-6CBF-4494-433F8A0658A5}"/>
              </a:ext>
            </a:extLst>
          </p:cNvPr>
          <p:cNvSpPr/>
          <p:nvPr/>
        </p:nvSpPr>
        <p:spPr>
          <a:xfrm>
            <a:off x="620421" y="2841041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2" descr="/home/claude/deck/icon_filter.png">
            <a:extLst>
              <a:ext uri="{FF2B5EF4-FFF2-40B4-BE49-F238E27FC236}">
                <a16:creationId xmlns:a16="http://schemas.microsoft.com/office/drawing/2014/main" id="{9B853EA6-E987-88B5-E0A7-96F556930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2991002"/>
            <a:ext cx="241402" cy="241402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16577381-FAF6-3404-12DF-7741DD40D915}"/>
              </a:ext>
            </a:extLst>
          </p:cNvPr>
          <p:cNvSpPr/>
          <p:nvPr/>
        </p:nvSpPr>
        <p:spPr>
          <a:xfrm>
            <a:off x="1322679" y="2697480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</a:rPr>
              <a:t>Es.12/13</a:t>
            </a:r>
            <a:endParaRPr lang="en-US" sz="15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B07A2C09-C044-0829-5102-2E0D758C9788}"/>
              </a:ext>
            </a:extLst>
          </p:cNvPr>
          <p:cNvSpPr/>
          <p:nvPr/>
        </p:nvSpPr>
        <p:spPr>
          <a:xfrm>
            <a:off x="1371600" y="378561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95F40B20-BF24-52F2-D1F1-3733DA170B84}"/>
              </a:ext>
            </a:extLst>
          </p:cNvPr>
          <p:cNvSpPr/>
          <p:nvPr/>
        </p:nvSpPr>
        <p:spPr>
          <a:xfrm>
            <a:off x="1322680" y="4233672"/>
            <a:ext cx="9966960" cy="764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it-IT" sz="1200" dirty="0"/>
              <a:t>Confronto tra 90%/95%/99% (ampiezza crescente) e dimostrazione che quadruplicando n il margine si dimezza. Confronto prezzo medio città-con-alberghi vs città-con-agriturismi: differenza di soli 0,39€, non significativa (p-</a:t>
            </a:r>
            <a:r>
              <a:rPr lang="it-IT" sz="1200" dirty="0" err="1"/>
              <a:t>value</a:t>
            </a:r>
            <a:r>
              <a:rPr lang="it-IT" sz="1200" dirty="0"/>
              <a:t> ≈ 0,90) — nessuna relazione rilevante , per questo calcolo creo due tabelle nel foglio prezzi HA ALBERGHI e HA AGRITURISMO.</a:t>
            </a:r>
          </a:p>
          <a:p>
            <a:endParaRPr lang="en-US" sz="12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9482485C-47FB-F6A7-3A00-D29D6668E1BB}"/>
              </a:ext>
            </a:extLst>
          </p:cNvPr>
          <p:cNvSpPr/>
          <p:nvPr/>
        </p:nvSpPr>
        <p:spPr>
          <a:xfrm>
            <a:off x="640538" y="398587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 dirty="0"/>
          </a:p>
        </p:txBody>
      </p:sp>
      <p:pic>
        <p:nvPicPr>
          <p:cNvPr id="21" name="Image 4" descr="/home/claude/deck/icon_filter.png">
            <a:extLst>
              <a:ext uri="{FF2B5EF4-FFF2-40B4-BE49-F238E27FC236}">
                <a16:creationId xmlns:a16="http://schemas.microsoft.com/office/drawing/2014/main" id="{77BAFC88-1D10-865C-F00B-B693D5450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4112971"/>
            <a:ext cx="241402" cy="241402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A497BB17-7246-BF3D-60BF-DC9C0DA889C0}"/>
              </a:ext>
            </a:extLst>
          </p:cNvPr>
          <p:cNvSpPr/>
          <p:nvPr/>
        </p:nvSpPr>
        <p:spPr>
          <a:xfrm>
            <a:off x="1362456" y="3741724"/>
            <a:ext cx="974156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Es. 14 / 15 </a:t>
            </a:r>
            <a:endParaRPr lang="en-US" sz="15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249B7A28-1152-E1B8-CC12-5C83D9F04553}"/>
              </a:ext>
            </a:extLst>
          </p:cNvPr>
          <p:cNvSpPr/>
          <p:nvPr/>
        </p:nvSpPr>
        <p:spPr>
          <a:xfrm>
            <a:off x="1322680" y="306324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it-IT" sz="1200" dirty="0"/>
              <a:t>Calcolo z-score e DISTRIB.NORM.ST per una città a scelta ( Peglio) creo tendina di scelta città, con interpretazione della probabilità cumulativa. Calcolato l’</a:t>
            </a:r>
            <a:r>
              <a:rPr lang="it-IT" sz="1200" dirty="0" err="1"/>
              <a:t>ntervallo</a:t>
            </a:r>
            <a:r>
              <a:rPr lang="it-IT" sz="1200" dirty="0"/>
              <a:t> di confidenza al 95% sulla media con CONFIDENZA.NORM: (69,97€ ; 77,03€ quindi il 95% degli intervalli così costruiti conterrebbe il vero lavoro.</a:t>
            </a:r>
            <a:endParaRPr lang="en-US" sz="1200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E5B8E865-5B77-3DB0-1648-486C0C76E592}"/>
              </a:ext>
            </a:extLst>
          </p:cNvPr>
          <p:cNvSpPr/>
          <p:nvPr/>
        </p:nvSpPr>
        <p:spPr>
          <a:xfrm>
            <a:off x="9070848" y="9144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0F305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8AC888C4-5D80-10D6-A460-ACC543DBCEFD}"/>
              </a:ext>
            </a:extLst>
          </p:cNvPr>
          <p:cNvSpPr/>
          <p:nvPr/>
        </p:nvSpPr>
        <p:spPr>
          <a:xfrm>
            <a:off x="9070848" y="731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6.258 → 6.250</a:t>
            </a:r>
            <a:endParaRPr lang="en-US" sz="1600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9141CB2D-DEA5-C268-167C-620A62E051EC}"/>
              </a:ext>
            </a:extLst>
          </p:cNvPr>
          <p:cNvSpPr/>
          <p:nvPr/>
        </p:nvSpPr>
        <p:spPr>
          <a:xfrm>
            <a:off x="9171432" y="4023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pulite</a:t>
            </a:r>
            <a:endParaRPr lang="en-US" sz="105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1960F274-BCAC-7CA9-7F54-493321975F8F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 Marche — Patrimonio Ricettivo</a:t>
            </a:r>
            <a:endParaRPr lang="en-US" sz="9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9B9B4EAB-230A-C06C-C20C-0319A4614360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B66C9DC-72E7-87DB-03E5-03AB3702F04B}"/>
              </a:ext>
            </a:extLst>
          </p:cNvPr>
          <p:cNvSpPr txBox="1"/>
          <p:nvPr/>
        </p:nvSpPr>
        <p:spPr>
          <a:xfrm>
            <a:off x="1322679" y="2063418"/>
            <a:ext cx="100984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I numeri non tornano con quelli di una vera distribuzione normale: meno città del previsto sono concentrate vicino alla media (55,6% invece di 68,3%), mentre tutte rientrano già in ±2σ (100% invece di 95,5%, che di solito lascia fuori un piccolo 4,5%)</a:t>
            </a:r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4C0B7BF5-A0F9-AEB2-F106-77AFB75EC47E}"/>
              </a:ext>
            </a:extLst>
          </p:cNvPr>
          <p:cNvSpPr/>
          <p:nvPr/>
        </p:nvSpPr>
        <p:spPr>
          <a:xfrm>
            <a:off x="640538" y="50337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 dirty="0"/>
          </a:p>
        </p:txBody>
      </p:sp>
      <p:pic>
        <p:nvPicPr>
          <p:cNvPr id="17" name="Image 4" descr="/home/claude/deck/icon_filter.png">
            <a:extLst>
              <a:ext uri="{FF2B5EF4-FFF2-40B4-BE49-F238E27FC236}">
                <a16:creationId xmlns:a16="http://schemas.microsoft.com/office/drawing/2014/main" id="{79AD740B-BCA4-E632-4C87-66EE533BA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29" y="5179162"/>
            <a:ext cx="220219" cy="220219"/>
          </a:xfrm>
          <a:prstGeom prst="rect">
            <a:avLst/>
          </a:prstGeom>
        </p:spPr>
      </p:pic>
      <p:sp>
        <p:nvSpPr>
          <p:cNvPr id="29" name="Text 13">
            <a:extLst>
              <a:ext uri="{FF2B5EF4-FFF2-40B4-BE49-F238E27FC236}">
                <a16:creationId xmlns:a16="http://schemas.microsoft.com/office/drawing/2014/main" id="{687F6CDC-FA57-1824-F892-18E712A6BA05}"/>
              </a:ext>
            </a:extLst>
          </p:cNvPr>
          <p:cNvSpPr/>
          <p:nvPr/>
        </p:nvSpPr>
        <p:spPr>
          <a:xfrm>
            <a:off x="1307592" y="5357937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it-IT" sz="1200" dirty="0"/>
              <a:t>Covarianza e correlazione tra numero di strutture e prezzo medio per città: r ≈ 0,0044, praticamente nullo</a:t>
            </a:r>
            <a:endParaRPr lang="en-US" sz="120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B0685C52-C099-6DEE-693C-5489B7EE921B}"/>
              </a:ext>
            </a:extLst>
          </p:cNvPr>
          <p:cNvSpPr/>
          <p:nvPr/>
        </p:nvSpPr>
        <p:spPr>
          <a:xfrm>
            <a:off x="1371600" y="4806227"/>
            <a:ext cx="974156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Es. 16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14148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2FB03-ADED-D09D-E1AF-437F01F3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4ABDF9-948C-A4DF-E5A9-51D2D9924323}"/>
              </a:ext>
            </a:extLst>
          </p:cNvPr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2733"/>
                </a:solidFill>
                <a:latin typeface="Cambria" pitchFamily="34" charset="0"/>
                <a:ea typeface="Cambria" pitchFamily="34" charset="-122"/>
              </a:rPr>
              <a:t>Correlazione</a:t>
            </a: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</a:rPr>
              <a:t> e Distribuzione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8CD407-40FA-9792-0756-94C499827926}"/>
              </a:ext>
            </a:extLst>
          </p:cNvPr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caricati entrambi i file in Power Query, individuate le colonne e i problemi di qualità nei dati grezzi (spazi, duplicati, righe di scarto, dati fuori posto)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3A7A22F-9564-8595-B810-A16B08794506}"/>
              </a:ext>
            </a:extLst>
          </p:cNvPr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deck/icon_filter.png">
            <a:extLst>
              <a:ext uri="{FF2B5EF4-FFF2-40B4-BE49-F238E27FC236}">
                <a16:creationId xmlns:a16="http://schemas.microsoft.com/office/drawing/2014/main" id="{F427E3B0-20A2-0BDF-F599-DB62FFD4D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1822399"/>
            <a:ext cx="241402" cy="24140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DF8E28F4-FD1C-90F6-EE2B-77FB36263369}"/>
              </a:ext>
            </a:extLst>
          </p:cNvPr>
          <p:cNvSpPr/>
          <p:nvPr/>
        </p:nvSpPr>
        <p:spPr>
          <a:xfrm>
            <a:off x="1371600" y="1664208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Es.17 </a:t>
            </a:r>
            <a:endParaRPr lang="en-US" sz="1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EF0B057-1837-8246-56E4-91EBB1D9F4E3}"/>
              </a:ext>
            </a:extLst>
          </p:cNvPr>
          <p:cNvSpPr/>
          <p:nvPr/>
        </p:nvSpPr>
        <p:spPr>
          <a:xfrm>
            <a:off x="1371600" y="1993392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2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597565D4-DE52-B050-3F70-ABE9536B6FC4}"/>
              </a:ext>
            </a:extLst>
          </p:cNvPr>
          <p:cNvSpPr/>
          <p:nvPr/>
        </p:nvSpPr>
        <p:spPr>
          <a:xfrm>
            <a:off x="640080" y="3440887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9275135B-0EDD-9DE8-1AA5-2638191540C5}"/>
              </a:ext>
            </a:extLst>
          </p:cNvPr>
          <p:cNvSpPr/>
          <p:nvPr/>
        </p:nvSpPr>
        <p:spPr>
          <a:xfrm>
            <a:off x="1273759" y="3357677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</a:rPr>
              <a:t>Es.18</a:t>
            </a:r>
            <a:endParaRPr lang="en-US" sz="15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6BC69629-E8E3-204F-BF15-6A765D4E6874}"/>
              </a:ext>
            </a:extLst>
          </p:cNvPr>
          <p:cNvSpPr/>
          <p:nvPr/>
        </p:nvSpPr>
        <p:spPr>
          <a:xfrm>
            <a:off x="1371600" y="378561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21" name="Image 4" descr="/home/claude/deck/icon_filter.png">
            <a:extLst>
              <a:ext uri="{FF2B5EF4-FFF2-40B4-BE49-F238E27FC236}">
                <a16:creationId xmlns:a16="http://schemas.microsoft.com/office/drawing/2014/main" id="{12E1D8B2-981B-64FB-413C-D79C878A9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3594506"/>
            <a:ext cx="241402" cy="241402"/>
          </a:xfrm>
          <a:prstGeom prst="rect">
            <a:avLst/>
          </a:prstGeom>
        </p:spPr>
      </p:pic>
      <p:sp>
        <p:nvSpPr>
          <p:cNvPr id="23" name="Text 16">
            <a:extLst>
              <a:ext uri="{FF2B5EF4-FFF2-40B4-BE49-F238E27FC236}">
                <a16:creationId xmlns:a16="http://schemas.microsoft.com/office/drawing/2014/main" id="{63EA90BC-1F6A-D9EB-09BE-36F5FCF6C261}"/>
              </a:ext>
            </a:extLst>
          </p:cNvPr>
          <p:cNvSpPr/>
          <p:nvPr/>
        </p:nvSpPr>
        <p:spPr>
          <a:xfrm>
            <a:off x="1240079" y="3792930"/>
            <a:ext cx="9966960" cy="23335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it-IT" sz="1200" dirty="0"/>
              <a:t>Usando il modello di regressione, la stima del prezzo medio per una città con 50 strutture è di 73,56€ — un valore praticamente identico alla media generale (73,5€), indipendentemente dal numero di strutture inserito, perché la pendenza della retta è quasi zero. Questa previsione va interpretata con tre limiti fondamentali:</a:t>
            </a:r>
          </a:p>
          <a:p>
            <a:pPr lvl="0"/>
            <a:r>
              <a:rPr lang="it-IT" sz="1200" dirty="0"/>
              <a:t>-1 Estrapolazione oltre i dati osservati: il modello è costruito su città con un numero di strutture compreso tra 1 e 420. Stimare il prezzo di una città con, ad esempio, 1.000 strutture significherebbe estrapolare ben oltre l'intervallo osservato, dove il modello non ha alcuna garanzia di validità.</a:t>
            </a:r>
          </a:p>
          <a:p>
            <a:pPr lvl="0"/>
            <a:r>
              <a:rPr lang="it-IT" sz="1200" dirty="0"/>
              <a:t>-2 Correlazione non implica causalità: anche se il legame fosse stato più forte, non potremmo concludere che il numero di strutture "causa" un certo prezzo (o viceversa) — eventuali fattori esterni comuni (attrattività turistica, posizione geografica) potrebbero influenzare entrambe le variabili.</a:t>
            </a:r>
          </a:p>
          <a:p>
            <a:pPr lvl="0"/>
            <a:r>
              <a:rPr lang="it-IT" sz="1200" dirty="0"/>
              <a:t>-3 Il limite più importante in questo caso specifico: dato che R² è praticamente zero (0,00002) e la Significatività F non è statisticamente significativa (0,9465), il modello non ha alcun reale potere predittivo. La stima di 73,56€ non è altro che la media generale travestita da previsione: usare questo modello per decisioni concrete su una città specifica sarebbe fuorviante. La conclusione onesta è che, con i dati disponibili, il numero di strutture semplicemente non permette di prevedere il prezzo medio di una città.</a:t>
            </a:r>
          </a:p>
          <a:p>
            <a:endParaRPr lang="en-US" sz="1200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9B2DBDEF-2321-BC23-2975-E923F7C272F3}"/>
              </a:ext>
            </a:extLst>
          </p:cNvPr>
          <p:cNvSpPr/>
          <p:nvPr/>
        </p:nvSpPr>
        <p:spPr>
          <a:xfrm>
            <a:off x="9070848" y="9144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0F305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462E72FF-E605-A017-4677-9919727B9A77}"/>
              </a:ext>
            </a:extLst>
          </p:cNvPr>
          <p:cNvSpPr/>
          <p:nvPr/>
        </p:nvSpPr>
        <p:spPr>
          <a:xfrm>
            <a:off x="9070848" y="731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6.258 → 6.250</a:t>
            </a:r>
            <a:endParaRPr lang="en-US" sz="1600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011C29B8-F4E1-9ACB-69A8-70FA5E20CF5F}"/>
              </a:ext>
            </a:extLst>
          </p:cNvPr>
          <p:cNvSpPr/>
          <p:nvPr/>
        </p:nvSpPr>
        <p:spPr>
          <a:xfrm>
            <a:off x="9171432" y="4023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pulite</a:t>
            </a:r>
            <a:endParaRPr lang="en-US" sz="105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A97FF970-4EFD-CD51-A552-43D4C95DF8BD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 Marche — Patrimonio Ricettivo</a:t>
            </a:r>
            <a:endParaRPr lang="en-US" sz="9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EBD7AC32-2ADA-23FC-EFA9-BBA3CE97CFBD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135C884-1094-1E67-D06E-2E7E21336ECC}"/>
              </a:ext>
            </a:extLst>
          </p:cNvPr>
          <p:cNvSpPr txBox="1"/>
          <p:nvPr/>
        </p:nvSpPr>
        <p:spPr>
          <a:xfrm>
            <a:off x="1240079" y="1932749"/>
            <a:ext cx="100984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Il diagramma a dispersione mostra i punti (numero di strutture, prezzo medio) completamente sparsi, senza alcun pattern visibile: città con pochissime strutture hanno prezzi che spaziano da 30€ a 120€ tanto quanto le città con centinaia di strutture. La linea di tendenza lineare è praticamente piatta: la Significatività F = 0,9465 è ben al di sopra della soglia standard di 0,05, quindi il modello nel suo complesso non è statisticamente significativo. Anche il p-</a:t>
            </a:r>
            <a:r>
              <a:rPr lang="it-IT" sz="1200" dirty="0" err="1"/>
              <a:t>value</a:t>
            </a:r>
            <a:r>
              <a:rPr lang="it-IT" sz="1200" dirty="0"/>
              <a:t> del coefficiente della variabile "numero di strutture" è 0,9465 — non possiamo rifiutare l'ipotesi nulla che il vero coefficiente angolare sia zero.</a:t>
            </a:r>
          </a:p>
          <a:p>
            <a:r>
              <a:rPr lang="it-IT" sz="1200" dirty="0"/>
              <a:t>Conclusione: il numero di strutture ricettive di una città non ha alcun potere predittivo sul suo prezzo medio in questo dataset. Le due variabili sono sostanzialmente indipendenti</a:t>
            </a:r>
          </a:p>
        </p:txBody>
      </p:sp>
    </p:spTree>
    <p:extLst>
      <p:ext uri="{BB962C8B-B14F-4D97-AF65-F5344CB8AC3E}">
        <p14:creationId xmlns:p14="http://schemas.microsoft.com/office/powerpoint/2010/main" val="4073091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 descrittiva dei prezzi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medio per città: 234 osservazioni, un range di 30€–120€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73,5 €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291840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73,5 €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0" y="23957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691640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943600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27,46 €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43600" y="23957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 standard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95360" y="1691640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595360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46,75 €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595360" y="23957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(Q3−Q1)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e mediana quasi identiche → distribuzione simmetrica, coerente con un dataset di prezzi quasi uniforme tra 30€ e 120€ (nessuna coda pesante).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di Tukey (1,5×IQR): limiti [-19,9 ; 167,1] — nessuna città anomala rilevata: il minimo (30€) e il massimo (120€) rientrano comodamente nell'intervallo.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0" y="16916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dei prezzi per classi da 20€ — classe modale: 30-50€</a:t>
            </a:r>
            <a:endParaRPr lang="en-US" sz="12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5760720" y="2103120"/>
          <a:ext cx="57607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 Marche — Patrimonio Ricettivo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Probabilità e intervalli di confidenza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frequenza delle categorie alla stima del vero prezzo medio regionale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deck/icon_d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18681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Probabilità sulle categorie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P(Albergo)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48056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P(Bed &amp; Breakfast)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8056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28,9%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7160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P(2 alberghi indipendenti)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8056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371600" y="37947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empirica della normale (±1σ / ±2σ): la quota osservata (55,6% / 100%) si discosta da quella teorica (68,3% / 95,5%) — ulteriore conferma di una distribuzione più piatta di una vera normale.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5" name="Image 1" descr="/home/claude/deck/icon_chart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559" y="1868119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Intervallo di confidenza sulla media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132320" y="2331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13816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Intervallo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0424160" y="2331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Ampiezza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086600" y="2660904"/>
            <a:ext cx="4526280" cy="438912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7"/>
          <p:cNvSpPr/>
          <p:nvPr/>
        </p:nvSpPr>
        <p:spPr>
          <a:xfrm>
            <a:off x="7132320" y="26974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138160" y="2697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70,54 € – 76,46 €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042416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5,92 €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7086600" y="3163824"/>
            <a:ext cx="4526280" cy="438912"/>
          </a:xfrm>
          <a:prstGeom prst="rect">
            <a:avLst/>
          </a:prstGeom>
          <a:solidFill>
            <a:srgbClr val="E9F1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1"/>
          <p:cNvSpPr/>
          <p:nvPr/>
        </p:nvSpPr>
        <p:spPr>
          <a:xfrm>
            <a:off x="7132320" y="32004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813816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69,97 € – 77,03 €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042416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7,05 €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7086600" y="3666744"/>
            <a:ext cx="4526280" cy="438912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5"/>
          <p:cNvSpPr/>
          <p:nvPr/>
        </p:nvSpPr>
        <p:spPr>
          <a:xfrm>
            <a:off x="7132320" y="3703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813816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68,87 € – 78,13 €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10424160" y="3703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9,27 €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7132320" y="43434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alta la confidenza, più largo l'intervallo: quadruplicando la numerosità del campione il margine si dimezza (proporzionale a 1/√n).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 Marche — Patrimonio Ricettivo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C'è relazione tra dimensione e prezzo?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Correlazione, regressione lineare e un risultato onesto: no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0F305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deck/icon_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18681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105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Numero di strutture per città vs prezzo medio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04288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Coefficiente di correlazione (r)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14800" y="23317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0,0044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834640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822960" y="28620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114800" y="286207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0,00002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364992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822960" y="339242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Significatività F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114800" y="339242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0,946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895344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822960" y="392277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Equazione della retta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114800" y="392277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0,0024x + 73,44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4590288"/>
            <a:ext cx="5120640" cy="1600200"/>
          </a:xfrm>
          <a:prstGeom prst="roundRect">
            <a:avLst>
              <a:gd name="adj" fmla="val 4000"/>
            </a:avLst>
          </a:prstGeom>
          <a:solidFill>
            <a:srgbClr val="0F305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868680" y="4727448"/>
            <a:ext cx="4663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praticamente nullo e Sign. F ≈ 0,95 (&gt;&gt; 0,05): il modello non è statisticamente significativo. Il numero di strutture non predice il prezzo — le due variabili sono sostanzialmente indipendenti in questo dataset.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263640" y="18105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medio (asse Y) vs numero di strutture (asse X)</a:t>
            </a:r>
            <a:endParaRPr lang="en-US" sz="12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5943600" y="2194560"/>
          <a:ext cx="55778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 Marche — Patrimonio Ricettivo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Struttura del file finale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 fogli, ciascuno con uno scopo preciso nel flusso dati → analisi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82296" cy="9144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68680" y="176479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Strutture ricettive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07568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 sorgente pulita, 6.250 righe, con colonne di qualità (Sito_valido, Email_multiple) e prezzo collegato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82296" cy="914400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68680" y="281635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prezzi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312724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 città con prezzo medio, intestazione ricostruita, tipizzata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82296" cy="9144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68680" y="386791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RICERCA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417880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interattiva per struttura: menu a tendina + recupero automatico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82296" cy="914400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868680" y="491947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Sintesi_Categorie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523036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15 categorie ordinate per numero di strutture (pivot sul Modello dati)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69164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263640" y="1691640"/>
            <a:ext cx="82296" cy="9144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492240" y="176479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Estrazione_Città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0" y="207568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di tabella strutturata: strutture di una città, ordinate per categoria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274320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6263640" y="2743200"/>
            <a:ext cx="82296" cy="914400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492240" y="281635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tabelle di controllo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92240" y="312724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di verifica del raggruppamento per città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379476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6263640" y="3794760"/>
            <a:ext cx="82296" cy="9144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492240" y="386791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Analisi_Prezzi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92240" y="417880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L'intera analisi statistica: descrittiva, probabilità, IC, regressione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 Marche — Patrimonio Ricettivo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0848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476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città anomale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508760" y="229514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regola di Tukey non individua outlier: i prezzi sono distribuiti in modo sorprendentemente omogeneo (30€–120€, quasi uniforme)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301752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9" name="Image 1" descr="/home/claude/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13639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9992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Nessuna categoria influenza il prezzo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508760" y="334670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 con alberghi e città con agriturismi hanno prezzi medi statisticamente indistinguibili (differenza 0,39€, p-value 0,90)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2" descr="/home/claude/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18795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0507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Dimensione e prezzo sono indipendenti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508760" y="439826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praticamente zero: il numero di strutture di una città non predice affatto il suo prezzo medio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5166360"/>
            <a:ext cx="10515600" cy="0"/>
          </a:xfrm>
          <a:prstGeom prst="line">
            <a:avLst/>
          </a:prstGeom>
          <a:noFill/>
          <a:ln w="12700">
            <a:solidFill>
              <a:srgbClr val="2E4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 Marche — Patrimonio Ricettivo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2070</Words>
  <Application>Microsoft Office PowerPoint</Application>
  <PresentationFormat>Widescreen</PresentationFormat>
  <Paragraphs>182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Yana Subotina</cp:lastModifiedBy>
  <cp:revision>1</cp:revision>
  <dcterms:created xsi:type="dcterms:W3CDTF">2026-08-01T21:34:57Z</dcterms:created>
  <dcterms:modified xsi:type="dcterms:W3CDTF">2026-08-02T11:18:01Z</dcterms:modified>
</cp:coreProperties>
</file>